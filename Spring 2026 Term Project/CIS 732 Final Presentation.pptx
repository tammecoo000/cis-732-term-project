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5"/>
    <p:restoredTop sz="89088"/>
  </p:normalViewPr>
  <p:slideViewPr>
    <p:cSldViewPr snapToGrid="0" snapToObjects="1">
      <p:cViewPr varScale="1">
        <p:scale>
          <a:sx n="137" d="100"/>
          <a:sy n="137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05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March Madness is a college basketball tournament with 68 teams, it is single elimination, and there are 67 games total. Every year millions of people fill out brackets, and a small amount of people have high accuracy on their picks. In my dataset, about 27% of games are upsets where the lower seed wins. Most of those come from teams seeded 9 through 12, but every few years you get a 14 or 15 seed pulling off something nobody expected.</a:t>
            </a:r>
          </a:p>
          <a:p>
            <a:endParaRPr lang="en-US" dirty="0"/>
          </a:p>
          <a:p>
            <a:r>
              <a:rPr lang="en-US" dirty="0"/>
              <a:t>Most people pick brackets off seed or name recognition. I wanted to see if machine learning models trained on actual team performance data could do better. My goal was to build an end-to-end prediction pipeline and test it on held-out tournament years. This falls under Track 5, ML and Probabilistic Models, with pillar 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groups have looked at this problem before. Zimmermann and colleagues found accuracy tops out around 74%, but the more interesting finding was that swapping feature sets made a bigger difference than swapping classifiers. What you feed the model matters more than which model you use. That shaped how I spent my time on this project.</a:t>
            </a:r>
          </a:p>
          <a:p>
            <a:endParaRPr lang="en-US" dirty="0"/>
          </a:p>
          <a:p>
            <a:r>
              <a:rPr lang="en-US" dirty="0"/>
              <a:t>Levandoski and Lobo tested seven different classifiers. A neural network hit 79% accuracy, but logistic regression actually had the best log-loss. They also flagged KenPom efficiency and strength of schedule as features worth trying. That is exactly what I use here, pulled from </a:t>
            </a:r>
            <a:r>
              <a:rPr lang="en-US" dirty="0" err="1"/>
              <a:t>BartTorvik</a:t>
            </a:r>
            <a:r>
              <a:rPr lang="en-US" dirty="0"/>
              <a:t>.</a:t>
            </a:r>
          </a:p>
          <a:p>
            <a:r>
              <a:rPr lang="en-US" dirty="0"/>
              <a:t>Yuan and colleagues found that regularized logistic regression beat more complex methods and ensembles did not help. My work differs in three ways — I actually implement the efficiency features prior work recommended, I test significance with McNemar's test, and I analyze probability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two data sources. </a:t>
            </a:r>
            <a:r>
              <a:rPr lang="en-US" dirty="0" err="1"/>
              <a:t>BartTorvik</a:t>
            </a:r>
            <a:r>
              <a:rPr lang="en-US" dirty="0"/>
              <a:t> gave me the efficiency metrics — adjusted offensive efficiency, adjusted defensive efficiency, and strength of schedule. Kaggle gave me tournament results, seeds, and regular season game logs.</a:t>
            </a:r>
          </a:p>
          <a:p>
            <a:r>
              <a:rPr lang="en-US" dirty="0"/>
              <a:t>The hardest part of the whole project was merging these two. </a:t>
            </a:r>
            <a:r>
              <a:rPr lang="en-US" dirty="0" err="1"/>
              <a:t>BartTorvik</a:t>
            </a:r>
            <a:r>
              <a:rPr lang="en-US" dirty="0"/>
              <a:t> uses team names like 'Michigan' while Kaggle uses numeric IDs. I matched them through a spelling lookup table, but 15 teams still did not match. Things like abbreviation differences, punctuation, that kind of thing. Those had to be fixed one by one by hand.</a:t>
            </a:r>
          </a:p>
          <a:p>
            <a:endParaRPr lang="en-US" dirty="0"/>
          </a:p>
          <a:p>
            <a:r>
              <a:rPr lang="en-US" dirty="0"/>
              <a:t>Final dataset came out to 1,129 games across 17 seasons, 2008 through 2025, minus 2020 since that tournament was canceled.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in my dataset is a matchup, not a single team. I encode features as differences — Team A's value minus Team B's value. So if Team A has better offensive efficiency, that difference is positive.</a:t>
            </a:r>
          </a:p>
          <a:p>
            <a:r>
              <a:rPr lang="en-US" dirty="0"/>
              <a:t>For defensive efficiency I had to reverse the subtraction because lower is better. Same idea with seed gap — lower seed number is better, so I flip it.</a:t>
            </a:r>
          </a:p>
          <a:p>
            <a:r>
              <a:rPr lang="en-US" dirty="0"/>
              <a:t>An important property here is symmetry. If you swap which team is A and which is B, all the signs flip and the label flips. I randomly assigned A and B for each game using a fixed seed so the winner is not always Team A. That prevents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tested three classifiers, going from simple to complex. All in scikit-learn with </a:t>
            </a:r>
            <a:r>
              <a:rPr lang="en-US" dirty="0" err="1"/>
              <a:t>GridSearchCV</a:t>
            </a:r>
            <a:r>
              <a:rPr lang="en-US" dirty="0"/>
              <a:t> for tuning.</a:t>
            </a:r>
          </a:p>
          <a:p>
            <a:endParaRPr lang="en-US" dirty="0"/>
          </a:p>
          <a:p>
            <a:r>
              <a:rPr lang="en-US" dirty="0"/>
              <a:t>Logistic regression is my baseline. On a difference vector it is saying your win probability is a linear function of how much better you are on each dimension. That is a clean assumption to test.</a:t>
            </a:r>
          </a:p>
          <a:p>
            <a:r>
              <a:rPr lang="en-US" dirty="0"/>
              <a:t>Random Forest can pick up nonlinear interactions that logistic regression misses. For example, maybe a seed gap of 8 means something different in the first round than in the Elite Eight.</a:t>
            </a:r>
          </a:p>
          <a:p>
            <a:r>
              <a:rPr lang="en-US" dirty="0" err="1"/>
              <a:t>XGBoost</a:t>
            </a:r>
            <a:r>
              <a:rPr lang="en-US" dirty="0"/>
              <a:t> is gradient-boosted trees, generally the strongest option for tabular data.</a:t>
            </a:r>
          </a:p>
          <a:p>
            <a:endParaRPr lang="en-US" dirty="0"/>
          </a:p>
          <a:p>
            <a:r>
              <a:rPr lang="en-US" dirty="0"/>
              <a:t>I also made an ensemble by just averaging the predicted probabilities from all three. No extra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a temporal split. Train on 2008 through 2022, test on 2023 through 2025. This mimics how you would actually use the model — train on the past, predict the future.</a:t>
            </a:r>
          </a:p>
          <a:p>
            <a:r>
              <a:rPr lang="en-US" dirty="0"/>
              <a:t>Within the training set I ran season-grouped 5-fold cross-validation for tuning. Grouping by season means no games from the same tournament leak across folds.</a:t>
            </a:r>
          </a:p>
          <a:p>
            <a:r>
              <a:rPr lang="en-US" dirty="0"/>
              <a:t>I evaluate on three metrics. Accuracy is straightforward. Log-loss matters because it measures how good your probability estimates are, not just right or wrong. AUC measures discrimination across all thresholds.</a:t>
            </a:r>
          </a:p>
          <a:p>
            <a:r>
              <a:rPr lang="en-US" dirty="0"/>
              <a:t>My null hypothesis is that no model is significantly better than any other, tested with McNemar's test at alpha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results on the held-out test set. </a:t>
            </a:r>
            <a:r>
              <a:rPr lang="en-US" dirty="0" err="1"/>
              <a:t>XGBoost</a:t>
            </a:r>
            <a:r>
              <a:rPr lang="en-US" dirty="0"/>
              <a:t> has the highest accuracy at 77.6%. But the ensemble has the best log-loss at 0.481 and the best AUC at 0.855.</a:t>
            </a:r>
          </a:p>
          <a:p>
            <a:r>
              <a:rPr lang="en-US" dirty="0"/>
              <a:t>The important part is the p-values column. Every single McNemar p-value is above 0.50. I fail to reject the null in every case. None of these models is significantly better than any other.</a:t>
            </a:r>
          </a:p>
          <a:p>
            <a:r>
              <a:rPr lang="en-US" dirty="0"/>
              <a:t>That two-point gap between logistic regression and </a:t>
            </a:r>
            <a:r>
              <a:rPr lang="en-US" dirty="0" err="1"/>
              <a:t>XGBoost</a:t>
            </a:r>
            <a:r>
              <a:rPr lang="en-US" dirty="0"/>
              <a:t> is not meaningful on 201 games. The relationship between these features and outcomes is roughly linear. Adding model complexity does not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calibration plot — predicted probability on the x-axis, actual win rate on the y-axis. A perfectly calibrated model follows the diagonal. When it says 70% chance, the team wins about 70% of the time.</a:t>
            </a:r>
          </a:p>
          <a:p>
            <a:r>
              <a:rPr lang="en-US" dirty="0"/>
              <a:t>All four models track the diagonal pretty well. </a:t>
            </a:r>
            <a:r>
              <a:rPr lang="en-US" dirty="0" err="1"/>
              <a:t>XGBoost</a:t>
            </a:r>
            <a:r>
              <a:rPr lang="en-US" dirty="0"/>
              <a:t> and the ensemble are tightest in the 0.4 to 0.7 range, which is where most of the action is. Logistic regression wanders a bit between 0.6 and 0.85.</a:t>
            </a:r>
          </a:p>
          <a:p>
            <a:r>
              <a:rPr lang="en-US" dirty="0"/>
              <a:t>The ensemble has the best log-loss even though its accuracy is a hair lower than </a:t>
            </a:r>
            <a:r>
              <a:rPr lang="en-US" dirty="0" err="1"/>
              <a:t>XGBoost</a:t>
            </a:r>
            <a:r>
              <a:rPr lang="en-US" dirty="0"/>
              <a:t>. Averaging probabilities from three different model families smooths out the individual quirks. For bracket optimization, calibrated probabilities matter more than a one-point accuracy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Breaking it down by round is where it gets interesting. Early rounds go well — 77 to 85% in the Round of 64 and Round of 32. That makes sense because the efficiency gaps are biggest there.</a:t>
            </a:r>
          </a:p>
          <a:p>
            <a:r>
              <a:rPr lang="en-US" dirty="0"/>
              <a:t>The Sweet 16 is where everything falls apart. All models drop to 58 to 63%. By that point every remaining team is good. A matchup between a 1-seed and a 4-seed might have a 5-point efficiency gap, and that is well within the noise of a single basketball game.</a:t>
            </a:r>
          </a:p>
          <a:p>
            <a:r>
              <a:rPr lang="en-US" dirty="0"/>
              <a:t>Final Four and Championship numbers look high at 83% but those come from 6 and 3 games. Not enough to mean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 by season, there is a lot of variance. 2023 was rough for every model at around 69 to 70%. 2025 was easy at 84 to 85%. Some years just have more upsets. Three tournaments is honestly not a lot to draw conclusions from.</a:t>
            </a:r>
          </a:p>
          <a:p>
            <a:r>
              <a:rPr lang="en-US" dirty="0"/>
              <a:t>On feature importance, adjusted offensive and defensive efficiency dominate. Together they account for over 50% of importance in both tree-based models. Strength of schedule and seed gap contribute some. Last-10-games win percentage and round barely register.</a:t>
            </a:r>
          </a:p>
          <a:p>
            <a:r>
              <a:rPr lang="en-US" dirty="0"/>
              <a:t>Season-long quality metrics are doing the heavy lifting. Recent momentum adds almost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main finding — model complexity does not help. Logistic regression is statistically indistinguishable from </a:t>
            </a:r>
            <a:r>
              <a:rPr lang="en-US" dirty="0" err="1"/>
              <a:t>XGBoost</a:t>
            </a:r>
            <a:r>
              <a:rPr lang="en-US" dirty="0"/>
              <a:t>. The decision boundary is roughly linear.</a:t>
            </a:r>
          </a:p>
          <a:p>
            <a:r>
              <a:rPr lang="en-US" dirty="0"/>
              <a:t>The Sweet 16 accuracy drop is probably the most interesting result. It connects directly back to the upset problem I started with.</a:t>
            </a:r>
          </a:p>
          <a:p>
            <a:r>
              <a:rPr lang="en-US" dirty="0"/>
              <a:t>The ensemble is worth noting because it has the best calibration despite not having the highest accuracy. For bracket filling, where probability quality matters, that is the one I would actually use.</a:t>
            </a:r>
          </a:p>
          <a:p>
            <a:r>
              <a:rPr lang="en-US" dirty="0"/>
              <a:t>On limitations — 201 games is a small test set. Only 6 features with no player data. Year-to-year variance is high. If I continued this, I would add tempo, player-level stats, and injuries. I would also try simulating full brackets against public pools.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part was the data merge. Fifteen teams did not match between </a:t>
            </a:r>
            <a:r>
              <a:rPr lang="en-US" dirty="0" err="1"/>
              <a:t>BartTorvik</a:t>
            </a:r>
            <a:r>
              <a:rPr lang="en-US" dirty="0"/>
              <a:t> and Kaggle. Things like one source using 'St.' and the other using 'State.' Had to go through them one by one.</a:t>
            </a:r>
          </a:p>
          <a:p>
            <a:r>
              <a:rPr lang="en-US" dirty="0"/>
              <a:t>Getting the difference vector logic right also took more thought than I expected. Reversing defensive efficiency so positive always means an advantage sounds simple, but it is easy to get wrong and hard to catch if you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engineering. There are a lot of ways to represent the same data, and small decisions like encoding matchups as raw features versus differences change everything that comes after.</a:t>
            </a:r>
          </a:p>
          <a:p>
            <a:r>
              <a:rPr lang="en-US" dirty="0"/>
              <a:t>I also learned how hard it is to beat a simple baseline. I went in expecting </a:t>
            </a:r>
            <a:r>
              <a:rPr lang="en-US" dirty="0" err="1"/>
              <a:t>XGBoost</a:t>
            </a:r>
            <a:r>
              <a:rPr lang="en-US" dirty="0"/>
              <a:t> to clearly win, and it turns out logistic regression does just as well. That ended up being one of the main findings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priority would be player-level data and injury information. Right now everything is team-level aggregates, and that is probably why the models plateau around 75%.</a:t>
            </a:r>
          </a:p>
          <a:p>
            <a:r>
              <a:rPr lang="en-US" dirty="0"/>
              <a:t>I would also add tempo as a feature. Pace mismatches can swing games in ways that efficiency metrics alone do not capture.</a:t>
            </a:r>
          </a:p>
          <a:p>
            <a:r>
              <a:rPr lang="en-US" dirty="0"/>
              <a:t>And I would use a larger test set. Three tournaments is not enough to make strong claims about which model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128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Madness Win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4A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Efficiency and Matchup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C4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 Tammen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732A Term Project Presentation  |  Spring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Project Goal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Madness: 68 teams, 67 games, single elimination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27% of games are upsets (lower seed wins)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bracket pickers rely on seed or name recognition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brackets filled out annually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evaluate classification models that predict tournament outcomes, validated on held-out tournament years. Track 5: ML &amp; Probabilistic Models Pillar: OA (Applied AI Systems)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Related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others have found: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around 74-79% across multiple studies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matters more than model selection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Regularized logistic regression often matches or beats complex models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KenPom efficiency and SOS flagged as promising future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my work differs: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implement the efficiency features prior work recommended but didn't use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test statistical significance between models (McNemar's test)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analyze probability calibration for bracket optimization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Zimmermann et al., 2013; Levandoski &amp; Lobo, 2017; Yuan et al., 2015; Lopez &amp; Matthews, 2015; Oliver, 2002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Collection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Years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BartTorvik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Adj. Off. Efficiency (adjoe)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Adj. Def. Efficiency (adjde)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Strength of Schedule (sos)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2008-2025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Tournament results (Y labels)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Seeds (seed gap)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Regular season logs (last 10 win %)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2008-2025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challenge: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BartTorvik uses team names, Kaggle uses TeamIDs. Merged via MTeamSpellings.csv with 15 manual corrections.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dataset: 1,129 games across 17 seasons (2008-2025, excluding 2020)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 Difference Vector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29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delta_adjoe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A_adjoe - B_adjoe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Positive = A better offense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delta_adjde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B_adjde - A_adjde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Positive = A better defense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delta_sos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A_sos - B_sos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Positive = A harder schedule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seed_gap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B_seed - A_seed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Positive = A better seed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delta_win_pct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A_pct - B_pct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Positive = A more wins (last 10)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round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0-6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Contextual (not differenced)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Symmetry: Swapping A and B flips all feature signs and inverts the label. A/B randomly assigned (numpy seed 42) to prevent bias.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56032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A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model. Win probability as a linear function of feature differences. Paired with StandardScaler.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256032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A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of decision trees. Picks up nonlinear interactions LR misses.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2560320" cy="256032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A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1874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Gradient-boosted trees. Built-in L1/L2 regularization. Generally strongest on tabular data.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046720" cy="914400"/>
          </a:xfrm>
          <a:prstGeom prst="rect">
            <a:avLst/>
          </a:prstGeom>
          <a:solidFill>
            <a:srgbClr val="C4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(Average)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average of predicted probabilities from all three models. No additional training.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2008-2022 (~928 games)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Season-grouped 5-fold CV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hyperparameter tuning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164592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(Held Out)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2023-2025 (201 games)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until final evaluation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 performance estimate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proportion of correctly predicted games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Log-loss: penalizes confident wrong predictions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area under ROC curve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 in classification accuracy between model pairs. Tested via McNemar’s test at α = 0.05.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Overall Model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25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Log-Loss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McNemar p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(vs Ensemble)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0.756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0.494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0.846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0.766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0.500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0.847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0.776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0.485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0.853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0.505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Ensemble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0.761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0.481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0.855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significantly outperforms another. All McNemar p-values &gt; 0.50. XGBoost has the highest accuracy, but the Ensemble has the best log-loss (0.481) and AUC (0.855).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Probability Calibration</a:t>
            </a:r>
            <a:endParaRPr lang="en-US" sz="3200" dirty="0"/>
          </a:p>
        </p:txBody>
      </p:sp>
      <p:pic>
        <p:nvPicPr>
          <p:cNvPr id="4" name="Image 0" descr="/home/claude/fig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93" y="921173"/>
            <a:ext cx="50292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0972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track the diagonal reasonably well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and Ensemble are best calibrated in the 0.4-0.7 range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wanders between 0.6 and 0.85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Well-calibrated probabilities matter for bracket optimization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Probability calibration for all four models on the 2023-2025 test set.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Round-by-Round Accuracy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7315200" cy="27980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Round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RF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XGB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Ens.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Play-In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75.0%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58.3%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75.0%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58.3%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Rd. of 64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77.1%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81.3%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79.2%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77.1%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Rd. of 32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79.2%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81.3%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85.4%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Sweet 16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58.3%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62.5%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62.5%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62.5%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Elite 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75.0%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75.0%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Final 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Champ.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54780"/>
            <a:ext cx="8229600" cy="100584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0462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drop to 58-63% in the Sweet 16. By that round, remaining teams are all strong and efficiency gaps compress. Late-round sample sizes (3-6 games) are too small to draw conclusions.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Season &amp; Feature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Season-by-Season Accuracy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13411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XGB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Ens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68.7%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70.1%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70.1%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2024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73.1%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79.1%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74.6%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85.1%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83.6%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(Ranked)</a:t>
            </a:r>
            <a:endParaRPr lang="en-US" sz="2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840480" cy="23469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Avg Imp.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delta_adjoe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0.278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delta_adjde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0.256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delta_sos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0.189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seed_gap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0.170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delta_win_pct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0.059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round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0.048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F2F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39319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metrics (adjoe, adjde) dominate, accounting for 50%+ of importance. Last-10-games win percentage and round barely matter. Season-long quality metrics do the heavy lifting; recent momentum adds almost nothing.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complexity does not help — LR is nearly as good as XGBoost (all p &gt; 0.50)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metrics are the strongest predictors of tournament outcomes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16 is where all models struggle — matchups get too close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has best-calibrated probabilities despite not having highest accuracy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test set (201 games) — accuracy gaps fall within statistical noise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6 features — no player-level, tempo, or injury data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Year-to-year variance means results may not generalize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add tempo, player stats, injuries; simulate full brackets; extend to women's tournament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Reflection: Most Technically Challenging?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30107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merging between BartTorvik and Kaggle. 15 teams did not match and had to be corrected by hand due to naming differences.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 difference vector logic right — reversing defensive efficiency so positive always means an advantage took more thought than expected.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Reflection: Learned the Most About?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26533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engineering. There are a lot of ways to represent the same data, and small decisions like whether to encode matchups as raw features or differences change everything downstream.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gained an appreciation for how hard it is to build a model that meaningfully beats a simple baseline. That turned out to be one of the main findings.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12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Reflection: Top Priority for Future Work?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player-level data and injury information instead of relying only on team-level stats.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tempo/pace of play as a feature since pace mismatches can swing games.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larger test set to get more statistical power out of model comparisons.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128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2874</Words>
  <Application>Microsoft Macintosh PowerPoint</Application>
  <PresentationFormat>On-screen Show (16:9)</PresentationFormat>
  <Paragraphs>313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March Madness Win Prediction</dc:title>
  <dc:subject>PptxGenJS Presentation</dc:subject>
  <dc:creator>Cooper Tammen</dc:creator>
  <cp:lastModifiedBy>tammecoo000@gmail.com</cp:lastModifiedBy>
  <cp:revision>10</cp:revision>
  <dcterms:created xsi:type="dcterms:W3CDTF">2026-05-11T03:45:56Z</dcterms:created>
  <dcterms:modified xsi:type="dcterms:W3CDTF">2026-05-11T16:28:13Z</dcterms:modified>
</cp:coreProperties>
</file>